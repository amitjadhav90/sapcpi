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7C2B1-47C0-414A-44E8-5C2D46C3D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09F01-88A1-C1B1-A6F6-9377736F8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405FA-1C85-D195-D3D4-1D657DC5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532D8-ACFD-1F22-A88F-F485EEDA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CB843-1F8D-7AE7-3F57-81E08B1B1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40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07C0-7BFE-1C62-797E-92D2AA31C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3B70A-96D0-A41A-EAFB-0157380AD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8D19E-3998-BE24-679D-32D9795CE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1AF91-FE54-04D3-D16A-14849D28F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141CC-7083-EC9F-342C-E63884A05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83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D547E-C38E-2E9F-6F82-CADE5D4D5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42EEE-65EF-402C-6F0C-E6C552B54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C60EC-36A1-231F-A6C7-F49A3DF44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AD274-06A6-9347-B3EC-A96657C8B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40943-7E12-3A0A-42E3-C9C983C7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334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D18B-0438-E185-0B46-EB2A9E9EB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1AAFB-A02C-0A72-CFE8-9E96B51D28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D6912-F9D8-86C6-FE83-C2F566D82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463C8-3C98-3954-EC21-B47215698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1E18D-F00D-07E4-4AF4-239A1C5DC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C03BA-3284-BD04-CFA7-F30855D81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63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9CE8-2782-AFED-BFA5-68E050B5E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31B4F-CF48-A960-2E7D-76313E531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E162B-63AD-EA22-8957-D0810F918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C80BB-55C4-D48B-EEF3-05457CC3D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74A153-C48D-C280-46DF-BFCEC26DDD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EB9643-C4C5-A8B0-B389-029482A9F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8E4CB2-B86C-F1F3-947A-8CC1289CB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4B613-A4D9-AFB2-AFCE-4C62C3320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47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09182-8DB4-58FC-003B-30EDB953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991D3B-A564-9479-EE9E-EFE3DA5CB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A1BC-BD0C-AF7A-557D-7540A823D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31D8D-FCD3-449B-983D-DC8330A94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219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39917-D445-980F-F168-E8410429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E663E-1428-59C7-B9A3-8418CCA3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6D0B8-35D9-403C-2356-A93FB620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69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02D7-EC92-BF6D-439D-94CD04CFE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446A6-6EF2-9364-D565-97F8991C2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48220-6BC9-184B-888B-2646D40C8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62C5F-F5B3-B704-4220-A1C0D40DF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D87D8-475C-9617-D832-B23897B1F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09A5A-0DDB-8312-4098-41EA035E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745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DE60E-4F9F-7682-9ADD-44815783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262772-2B4F-BBAF-CE22-E49C9C52A9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AF8FF-0490-0B82-40ED-E4F8536EF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85C86-621F-07AB-6C7B-A867FA18F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18C4B-CAAD-761C-3CE9-7605F7D98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C45EC-64E6-0428-CE1C-3FF472F6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304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20FD-DC8E-7D9C-89DF-FB88D951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9D7EF-803A-106F-5F68-72D704296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594CF-5336-C354-1162-D03806B2F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87DD5-BB46-4760-CECD-1185E0C5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ADC2E-8310-2773-9BB3-D1672BB6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772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BB404-FACD-264D-0D5A-F050A237F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9D446-E278-CEB5-394E-1A10F3AE3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67ADE-3D67-2834-50BE-A9F4FCC8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5D62A-1B84-6028-ED25-8A87D986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97D39-8F96-3DC4-3C45-987DD1857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47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7321CE-9731-46D8-FB8B-77F7B9141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54939-C2DD-E13B-FACC-0C6B62CED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9A1C-0A94-1AE9-760C-F81D99E64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96867-43C4-4841-9F7C-CDCC370FD9C8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69F27-82B9-E2B8-64E8-38600C186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F4EB8-0907-3234-7AAC-46AFEE18B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28E03-A3A2-46A1-AC13-F2F9D4A5D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98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pette putting a sample in vials">
            <a:extLst>
              <a:ext uri="{FF2B5EF4-FFF2-40B4-BE49-F238E27FC236}">
                <a16:creationId xmlns:a16="http://schemas.microsoft.com/office/drawing/2014/main" id="{32398399-58BA-841B-B73C-3A5BDCAC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E1FB82-CD8A-A9FB-8F21-8C49262BD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Sharepoint integration with SAP DMS via BTP</a:t>
            </a:r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781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52A739-904B-27CB-9BB1-FD63B53F05B1}"/>
              </a:ext>
            </a:extLst>
          </p:cNvPr>
          <p:cNvSpPr/>
          <p:nvPr/>
        </p:nvSpPr>
        <p:spPr>
          <a:xfrm>
            <a:off x="1382486" y="1556657"/>
            <a:ext cx="1502228" cy="21553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Sharepoint</a:t>
            </a:r>
          </a:p>
          <a:p>
            <a:pPr algn="ctr"/>
            <a:r>
              <a:rPr lang="en-US" dirty="0"/>
              <a:t>UI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9D869F-3580-8474-106D-8F1939529E7C}"/>
              </a:ext>
            </a:extLst>
          </p:cNvPr>
          <p:cNvSpPr/>
          <p:nvPr/>
        </p:nvSpPr>
        <p:spPr>
          <a:xfrm>
            <a:off x="4354285" y="1556657"/>
            <a:ext cx="1502228" cy="21553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SAP BTP</a:t>
            </a:r>
          </a:p>
          <a:p>
            <a:pPr algn="ctr"/>
            <a:r>
              <a:rPr lang="en-US" dirty="0"/>
              <a:t>Integration Suite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206CCA-905E-63D1-1725-43CF31969127}"/>
              </a:ext>
            </a:extLst>
          </p:cNvPr>
          <p:cNvSpPr/>
          <p:nvPr/>
        </p:nvSpPr>
        <p:spPr>
          <a:xfrm>
            <a:off x="6966857" y="1556657"/>
            <a:ext cx="1502228" cy="21553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 Connector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5E293C-516E-1551-C993-F257E30CA9BD}"/>
              </a:ext>
            </a:extLst>
          </p:cNvPr>
          <p:cNvSpPr/>
          <p:nvPr/>
        </p:nvSpPr>
        <p:spPr>
          <a:xfrm>
            <a:off x="9753599" y="1135601"/>
            <a:ext cx="2155372" cy="26887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S4HANA Rise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1501BD-79DE-3401-28F1-2A17346AB909}"/>
              </a:ext>
            </a:extLst>
          </p:cNvPr>
          <p:cNvCxnSpPr/>
          <p:nvPr/>
        </p:nvCxnSpPr>
        <p:spPr>
          <a:xfrm>
            <a:off x="2884714" y="2024743"/>
            <a:ext cx="1469571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A653ED-B14B-A2EF-F603-A7C097F8531B}"/>
              </a:ext>
            </a:extLst>
          </p:cNvPr>
          <p:cNvCxnSpPr>
            <a:cxnSpLocks/>
          </p:cNvCxnSpPr>
          <p:nvPr/>
        </p:nvCxnSpPr>
        <p:spPr>
          <a:xfrm>
            <a:off x="5856513" y="2057400"/>
            <a:ext cx="1110344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23934A-85DF-44E9-8480-7E8885986497}"/>
              </a:ext>
            </a:extLst>
          </p:cNvPr>
          <p:cNvCxnSpPr>
            <a:cxnSpLocks/>
          </p:cNvCxnSpPr>
          <p:nvPr/>
        </p:nvCxnSpPr>
        <p:spPr>
          <a:xfrm>
            <a:off x="8469085" y="2057400"/>
            <a:ext cx="1284514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A7EE38C-102E-46BC-EFFD-5ADEC087DF99}"/>
              </a:ext>
            </a:extLst>
          </p:cNvPr>
          <p:cNvSpPr txBox="1"/>
          <p:nvPr/>
        </p:nvSpPr>
        <p:spPr>
          <a:xfrm>
            <a:off x="3113314" y="2302328"/>
            <a:ext cx="1055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 Call with file payload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F2D62-EA93-D900-2820-AE498426B1F5}"/>
              </a:ext>
            </a:extLst>
          </p:cNvPr>
          <p:cNvSpPr txBox="1"/>
          <p:nvPr/>
        </p:nvSpPr>
        <p:spPr>
          <a:xfrm>
            <a:off x="3200399" y="1502620"/>
            <a:ext cx="88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Post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4424E5-D17B-33B6-3A15-494D8A2B8775}"/>
              </a:ext>
            </a:extLst>
          </p:cNvPr>
          <p:cNvSpPr txBox="1"/>
          <p:nvPr/>
        </p:nvSpPr>
        <p:spPr>
          <a:xfrm>
            <a:off x="6041570" y="2234978"/>
            <a:ext cx="88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 Call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215062-13B6-10D2-577B-18A6C764F902}"/>
              </a:ext>
            </a:extLst>
          </p:cNvPr>
          <p:cNvSpPr txBox="1"/>
          <p:nvPr/>
        </p:nvSpPr>
        <p:spPr>
          <a:xfrm>
            <a:off x="8730342" y="2202321"/>
            <a:ext cx="881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Proxy/Rest Call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25972F-285E-07DA-0602-81F3271591C9}"/>
              </a:ext>
            </a:extLst>
          </p:cNvPr>
          <p:cNvSpPr/>
          <p:nvPr/>
        </p:nvSpPr>
        <p:spPr>
          <a:xfrm>
            <a:off x="10281556" y="2786743"/>
            <a:ext cx="1099457" cy="7159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SAP DMS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B63136-FDAA-4619-7754-83F614586EB9}"/>
              </a:ext>
            </a:extLst>
          </p:cNvPr>
          <p:cNvSpPr txBox="1"/>
          <p:nvPr/>
        </p:nvSpPr>
        <p:spPr>
          <a:xfrm>
            <a:off x="3957903" y="121366"/>
            <a:ext cx="5207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Document Saving Flow to SAP</a:t>
            </a:r>
            <a:endParaRPr lang="en-IN" sz="28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311995-2930-8F3F-A8BE-A7A7D0D7659D}"/>
              </a:ext>
            </a:extLst>
          </p:cNvPr>
          <p:cNvCxnSpPr/>
          <p:nvPr/>
        </p:nvCxnSpPr>
        <p:spPr>
          <a:xfrm>
            <a:off x="6596743" y="1012371"/>
            <a:ext cx="0" cy="4147458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B53AEC-EF0B-A667-E639-A3C70A1692DB}"/>
              </a:ext>
            </a:extLst>
          </p:cNvPr>
          <p:cNvCxnSpPr/>
          <p:nvPr/>
        </p:nvCxnSpPr>
        <p:spPr>
          <a:xfrm>
            <a:off x="12017829" y="1012371"/>
            <a:ext cx="0" cy="4147458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F796C3-73DE-A19B-A9F8-C3CDE85FE78C}"/>
              </a:ext>
            </a:extLst>
          </p:cNvPr>
          <p:cNvCxnSpPr>
            <a:cxnSpLocks/>
          </p:cNvCxnSpPr>
          <p:nvPr/>
        </p:nvCxnSpPr>
        <p:spPr>
          <a:xfrm flipV="1">
            <a:off x="6596742" y="1012371"/>
            <a:ext cx="5421087" cy="35281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43F39B-7C7E-F0A6-F7AE-4A963DBFE8CB}"/>
              </a:ext>
            </a:extLst>
          </p:cNvPr>
          <p:cNvCxnSpPr>
            <a:cxnSpLocks/>
          </p:cNvCxnSpPr>
          <p:nvPr/>
        </p:nvCxnSpPr>
        <p:spPr>
          <a:xfrm flipV="1">
            <a:off x="6596742" y="5101252"/>
            <a:ext cx="5421087" cy="35281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4BDE095-EAD7-0860-AE5F-632AFED9224C}"/>
              </a:ext>
            </a:extLst>
          </p:cNvPr>
          <p:cNvSpPr txBox="1"/>
          <p:nvPr/>
        </p:nvSpPr>
        <p:spPr>
          <a:xfrm>
            <a:off x="8893626" y="1134070"/>
            <a:ext cx="881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Saving file to DMS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828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8DFA0-73D2-8699-FE99-4E6D8BABC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19B523-5D3E-26BC-F11F-31EF64F01132}"/>
              </a:ext>
            </a:extLst>
          </p:cNvPr>
          <p:cNvSpPr/>
          <p:nvPr/>
        </p:nvSpPr>
        <p:spPr>
          <a:xfrm>
            <a:off x="1382486" y="1556657"/>
            <a:ext cx="1502228" cy="21553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Sharepoint</a:t>
            </a:r>
          </a:p>
          <a:p>
            <a:pPr algn="ctr"/>
            <a:r>
              <a:rPr lang="en-US" dirty="0"/>
              <a:t>UI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DE3D34-9294-7A8E-3CBF-11FCDDD80298}"/>
              </a:ext>
            </a:extLst>
          </p:cNvPr>
          <p:cNvSpPr/>
          <p:nvPr/>
        </p:nvSpPr>
        <p:spPr>
          <a:xfrm>
            <a:off x="4354285" y="1556657"/>
            <a:ext cx="1502228" cy="21553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SAP BTP</a:t>
            </a:r>
          </a:p>
          <a:p>
            <a:pPr algn="ctr"/>
            <a:r>
              <a:rPr lang="en-US" dirty="0"/>
              <a:t>Integration Suite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7BBBE3-9B09-F852-F2E1-BE8F2248D670}"/>
              </a:ext>
            </a:extLst>
          </p:cNvPr>
          <p:cNvSpPr/>
          <p:nvPr/>
        </p:nvSpPr>
        <p:spPr>
          <a:xfrm>
            <a:off x="6966857" y="1556657"/>
            <a:ext cx="1502228" cy="21553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 Connector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C0C956-0618-0136-A438-CD7B955BAB05}"/>
              </a:ext>
            </a:extLst>
          </p:cNvPr>
          <p:cNvSpPr/>
          <p:nvPr/>
        </p:nvSpPr>
        <p:spPr>
          <a:xfrm>
            <a:off x="9775365" y="1300549"/>
            <a:ext cx="2155372" cy="26887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S4HANA Rise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8528D4-BE8C-D405-71FB-C3B51D503735}"/>
              </a:ext>
            </a:extLst>
          </p:cNvPr>
          <p:cNvCxnSpPr/>
          <p:nvPr/>
        </p:nvCxnSpPr>
        <p:spPr>
          <a:xfrm>
            <a:off x="2884714" y="2024743"/>
            <a:ext cx="1469571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7961422-933B-2AA7-B005-1A71040222A5}"/>
              </a:ext>
            </a:extLst>
          </p:cNvPr>
          <p:cNvCxnSpPr>
            <a:cxnSpLocks/>
          </p:cNvCxnSpPr>
          <p:nvPr/>
        </p:nvCxnSpPr>
        <p:spPr>
          <a:xfrm>
            <a:off x="5856513" y="2057400"/>
            <a:ext cx="1110344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E74915-1373-6D00-2F2B-261F5A17127D}"/>
              </a:ext>
            </a:extLst>
          </p:cNvPr>
          <p:cNvCxnSpPr>
            <a:cxnSpLocks/>
          </p:cNvCxnSpPr>
          <p:nvPr/>
        </p:nvCxnSpPr>
        <p:spPr>
          <a:xfrm>
            <a:off x="8469085" y="2057400"/>
            <a:ext cx="1284514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10E1152-1807-3E60-6917-80896B7737E9}"/>
              </a:ext>
            </a:extLst>
          </p:cNvPr>
          <p:cNvSpPr txBox="1"/>
          <p:nvPr/>
        </p:nvSpPr>
        <p:spPr>
          <a:xfrm>
            <a:off x="3113314" y="2302328"/>
            <a:ext cx="1055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 Call with filename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28936-164E-BB90-CA3B-E56F3457254A}"/>
              </a:ext>
            </a:extLst>
          </p:cNvPr>
          <p:cNvSpPr txBox="1"/>
          <p:nvPr/>
        </p:nvSpPr>
        <p:spPr>
          <a:xfrm>
            <a:off x="3026227" y="1378412"/>
            <a:ext cx="1055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Request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F95EC9-6B73-B664-08FB-62699B4521BD}"/>
              </a:ext>
            </a:extLst>
          </p:cNvPr>
          <p:cNvSpPr txBox="1"/>
          <p:nvPr/>
        </p:nvSpPr>
        <p:spPr>
          <a:xfrm>
            <a:off x="6041570" y="2234978"/>
            <a:ext cx="88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 Call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A41BFD-98C8-FE2D-92B1-98552269C227}"/>
              </a:ext>
            </a:extLst>
          </p:cNvPr>
          <p:cNvSpPr txBox="1"/>
          <p:nvPr/>
        </p:nvSpPr>
        <p:spPr>
          <a:xfrm>
            <a:off x="8730342" y="2202321"/>
            <a:ext cx="881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Proxy/Rest Call</a:t>
            </a:r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918C35-0B83-708E-253D-4D51FEC147C0}"/>
              </a:ext>
            </a:extLst>
          </p:cNvPr>
          <p:cNvSpPr/>
          <p:nvPr/>
        </p:nvSpPr>
        <p:spPr>
          <a:xfrm>
            <a:off x="10281556" y="2786743"/>
            <a:ext cx="1099457" cy="71591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SAP DMS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33D4F0-D8DB-B7CF-5576-AE955D3901B1}"/>
              </a:ext>
            </a:extLst>
          </p:cNvPr>
          <p:cNvSpPr txBox="1"/>
          <p:nvPr/>
        </p:nvSpPr>
        <p:spPr>
          <a:xfrm>
            <a:off x="3298373" y="121366"/>
            <a:ext cx="58673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Document Extraction Flow to SAP</a:t>
            </a:r>
            <a:endParaRPr lang="en-IN" sz="28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77AD7DA-D20F-4CEC-B966-CF4E3A48000D}"/>
              </a:ext>
            </a:extLst>
          </p:cNvPr>
          <p:cNvCxnSpPr/>
          <p:nvPr/>
        </p:nvCxnSpPr>
        <p:spPr>
          <a:xfrm>
            <a:off x="6596743" y="1012371"/>
            <a:ext cx="0" cy="4147458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126F1E-19F9-1C08-B91E-B501FE45607A}"/>
              </a:ext>
            </a:extLst>
          </p:cNvPr>
          <p:cNvCxnSpPr/>
          <p:nvPr/>
        </p:nvCxnSpPr>
        <p:spPr>
          <a:xfrm>
            <a:off x="12017829" y="1012371"/>
            <a:ext cx="0" cy="4147458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CF4106D-E1CB-A723-E305-9F34135C9C6F}"/>
              </a:ext>
            </a:extLst>
          </p:cNvPr>
          <p:cNvCxnSpPr>
            <a:cxnSpLocks/>
          </p:cNvCxnSpPr>
          <p:nvPr/>
        </p:nvCxnSpPr>
        <p:spPr>
          <a:xfrm flipV="1">
            <a:off x="6596742" y="1012371"/>
            <a:ext cx="5421087" cy="35281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AA5FFB8-C2BA-8266-53E1-11ADE9F6D74C}"/>
              </a:ext>
            </a:extLst>
          </p:cNvPr>
          <p:cNvCxnSpPr>
            <a:cxnSpLocks/>
          </p:cNvCxnSpPr>
          <p:nvPr/>
        </p:nvCxnSpPr>
        <p:spPr>
          <a:xfrm flipV="1">
            <a:off x="6596742" y="5101252"/>
            <a:ext cx="5421087" cy="35281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1359EBC-5314-8D65-6AAE-3616F56A0F45}"/>
              </a:ext>
            </a:extLst>
          </p:cNvPr>
          <p:cNvCxnSpPr>
            <a:cxnSpLocks/>
          </p:cNvCxnSpPr>
          <p:nvPr/>
        </p:nvCxnSpPr>
        <p:spPr>
          <a:xfrm flipH="1">
            <a:off x="8447313" y="3225658"/>
            <a:ext cx="1306286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FA4844-AC6B-E9BB-FB6A-B80669298916}"/>
              </a:ext>
            </a:extLst>
          </p:cNvPr>
          <p:cNvCxnSpPr>
            <a:cxnSpLocks/>
          </p:cNvCxnSpPr>
          <p:nvPr/>
        </p:nvCxnSpPr>
        <p:spPr>
          <a:xfrm flipH="1">
            <a:off x="5856513" y="3345401"/>
            <a:ext cx="1110344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91BD10-235C-F532-9D09-83E72CBA3F90}"/>
              </a:ext>
            </a:extLst>
          </p:cNvPr>
          <p:cNvCxnSpPr>
            <a:cxnSpLocks/>
          </p:cNvCxnSpPr>
          <p:nvPr/>
        </p:nvCxnSpPr>
        <p:spPr>
          <a:xfrm flipH="1">
            <a:off x="2884714" y="3370659"/>
            <a:ext cx="1469571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91C5B84-183D-1310-EB9E-114EF13E4C59}"/>
              </a:ext>
            </a:extLst>
          </p:cNvPr>
          <p:cNvSpPr txBox="1"/>
          <p:nvPr/>
        </p:nvSpPr>
        <p:spPr>
          <a:xfrm>
            <a:off x="2985875" y="3388944"/>
            <a:ext cx="1368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 File Content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B4A1CD-90F9-06D2-DFFB-40F613D34238}"/>
              </a:ext>
            </a:extLst>
          </p:cNvPr>
          <p:cNvSpPr txBox="1"/>
          <p:nvPr/>
        </p:nvSpPr>
        <p:spPr>
          <a:xfrm>
            <a:off x="8577943" y="1134070"/>
            <a:ext cx="1197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Querying  file from DMS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9273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76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Sharepoint integration with SAP DMS via BTP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Jadhav</dc:creator>
  <cp:lastModifiedBy>Amit Jadhav</cp:lastModifiedBy>
  <cp:revision>2</cp:revision>
  <dcterms:created xsi:type="dcterms:W3CDTF">2025-09-12T06:09:05Z</dcterms:created>
  <dcterms:modified xsi:type="dcterms:W3CDTF">2025-09-12T07:14:59Z</dcterms:modified>
</cp:coreProperties>
</file>